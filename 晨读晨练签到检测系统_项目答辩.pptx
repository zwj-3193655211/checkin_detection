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F7A"/>
                </a:solidFill>
              </a:defRPr>
            </a:pPr>
            <a:r>
              <a:t>晨读晨练签到检测系统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基于CLIP+MLP的智能分类方案</a:t>
            </a:r>
            <a:br/>
            <a:br/>
            <a:r>
              <a:t>答辩人：开发团队</a:t>
            </a:r>
            <a:br/>
            <a:r>
              <a:t>日期：2026年5月7日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1. 项目背景与目标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2. 技术方案演进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3. 系统架构设计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4. 数据集说明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5. 模型设计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6. 三支决策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7. 实验结果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8.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1. 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传统签到管理面临的问题：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人工审核工作量大，效率低下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审核标准不统一，存在主观差异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需要专人负责，成本高昂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项目核心目标：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漏检率为零：所有异常图片必须被识别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降低审核率：尽量减少人工审核比例（&lt;30%）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高准确率：整体分类准确率 &gt;95%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可解释性：提供分类依据解释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2. 技术方案演进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阶段一：残差网络 (ResNet18)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准确率94.12%，异常类准确率33.33%，漏检率66.7% X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阶段二：CLIP零样本分类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准确率76.35%，异常类准确率41.67%，漏检率58.3% X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阶段三：CLIP+MLP+三支决策 OK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准确率96.96%，异常类准确率100%，漏检率0% 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3. 系统架构设计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用户界面层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桌面GUI (tkinter)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批量图片选择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实时检测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结果展示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报告导出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Web界面 (Flask)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REST API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前端页面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业务逻辑层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CLIP特征提取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ViT-B/32模型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- 512维特征向量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MLP分类器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- 512-256-128-3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Softmax输出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三支决策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阈值判断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4. 数据集说明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比例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1491张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晨读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525张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晨跑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24张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异常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2040张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总计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5. CLIP特征提取原理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CLIP是OpenAI开发的大规模视觉语言模型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特征提取过程：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原始图片 (1920x1080)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   |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CLIP预处理 (224x224)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   |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Vision Transformer (ViT-B/32)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   |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512维特征向量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关键点：特征向量包含图片的所有视觉信息，训练时不需要原始图片！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6. MLP分类器设计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网络架构：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输入层 (512维) -&gt; 隐藏层1 (256维) -&gt; 隐藏层2 (128维) -&gt; 输出层 (3类)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各层配置：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Linear: 512 -&gt; 256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ReLU激活函数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Dropout(0.3) 防止过拟合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Linear: 256 -&gt; 128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ReLU激活函数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Dropout(0.3)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Linear: 128 -&gt; 3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Softmax 输出概率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7. 三支决策理论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核心思想：将分类决策分为三个区域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正域 (POS)：置信度 &gt;= 0.9996 -&gt; 自动通过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负域 (NEG)：置信度 &lt;= 0.20 -&gt; 自动拒绝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边界域 (BND)：其他 -&gt; 人工审核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关键策略：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异常类必须人工审核，无论置信度多高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高置信度正常类自动通过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低置信度进入审核队列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阈值选择：ALPHA_ACCEPT = 0.9996（漏检率为零的最佳平衡点）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8. 实验结果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228600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0.00%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漏检率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560320" cy="2286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4.22%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9260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审核率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2560320" cy="22860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99.51%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准确率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性能指标对比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实际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&lt;30%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4.22%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超出预期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&gt;70%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95.78%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超出预期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&gt;95%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99.51%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7A"/>
                </a:solidFill>
              </a:defRPr>
            </a:pPr>
            <a:r>
              <a:t>9.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项目成果：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OK 漏检率为零，满足核心要求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OK 人工审核率仅4.22%，大幅降低人工成本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OK 分类准确率99.51%，系统可靠稳定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OK 提供可解释性，增强结果可信度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技术创新点：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CLIP视觉特征 + MLP轻量级分类器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三支决策理论优化审核流程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数据脱敏方案保护隐私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未来改进方向：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扩充异常样本库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引入异常检测算法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- 支持增量学习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F7A"/>
                </a:solidFill>
              </a:defRPr>
            </a:pPr>
            <a: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欢迎提问！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